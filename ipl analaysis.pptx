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8" r:id="rId3"/>
    <p:sldId id="265" r:id="rId4"/>
    <p:sldId id="259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808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41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92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98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86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561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859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348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460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278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889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7128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996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38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487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640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445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3E81E-26AD-45A2-A92D-81C0F3E5FD7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15214-C923-42DD-B9EF-F0C2F1CA8F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495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81770A-B486-1872-70D2-6FF7843ED7CC}"/>
              </a:ext>
            </a:extLst>
          </p:cNvPr>
          <p:cNvSpPr/>
          <p:nvPr/>
        </p:nvSpPr>
        <p:spPr>
          <a:xfrm>
            <a:off x="2506895" y="927154"/>
            <a:ext cx="3678148" cy="18674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0CF71E-3373-E36D-35AE-074AB910A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66" y="592048"/>
            <a:ext cx="5076825" cy="2857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1066522-472E-5336-4D80-01F917EFEA1B}"/>
              </a:ext>
            </a:extLst>
          </p:cNvPr>
          <p:cNvSpPr/>
          <p:nvPr/>
        </p:nvSpPr>
        <p:spPr>
          <a:xfrm>
            <a:off x="7370691" y="4232952"/>
            <a:ext cx="3883631" cy="15103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Bodoni MT Black" panose="02070A03080606020203" pitchFamily="18" charset="0"/>
              </a:rPr>
              <a:t>“IPL ANALYSIS”</a:t>
            </a:r>
          </a:p>
          <a:p>
            <a:pPr algn="ctr"/>
            <a:r>
              <a:rPr lang="en-GB" sz="2400" dirty="0">
                <a:latin typeface="Bodoni MT Black" panose="02070A03080606020203" pitchFamily="18" charset="0"/>
              </a:rPr>
              <a:t>Presented by;-</a:t>
            </a:r>
          </a:p>
          <a:p>
            <a:pPr algn="ctr"/>
            <a:r>
              <a:rPr lang="en-IN" sz="2400" dirty="0">
                <a:latin typeface="Bodoni MT Black" panose="02070A03080606020203" pitchFamily="18" charset="0"/>
              </a:rPr>
              <a:t>             </a:t>
            </a:r>
            <a:r>
              <a:rPr lang="en-IN" sz="2400" dirty="0" err="1">
                <a:latin typeface="Bodoni MT Black" panose="02070A03080606020203" pitchFamily="18" charset="0"/>
              </a:rPr>
              <a:t>kiran</a:t>
            </a:r>
            <a:r>
              <a:rPr lang="en-IN" sz="2400" dirty="0">
                <a:latin typeface="Bodoni MT Black" panose="02070A03080606020203" pitchFamily="18" charset="0"/>
              </a:rPr>
              <a:t> </a:t>
            </a:r>
            <a:r>
              <a:rPr lang="en-IN" sz="2400" dirty="0" err="1">
                <a:latin typeface="Bodoni MT Black" panose="02070A03080606020203" pitchFamily="18" charset="0"/>
              </a:rPr>
              <a:t>mirje</a:t>
            </a:r>
            <a:endParaRPr lang="en-IN" sz="2400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8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2FAD-032C-E12C-A6C8-EAF59783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>
                <a:latin typeface="Britannic Bold" panose="020B0903060703020204" pitchFamily="34" charset="0"/>
              </a:rPr>
              <a:t>Introuduction</a:t>
            </a:r>
            <a:r>
              <a:rPr lang="en-GB" dirty="0">
                <a:latin typeface="Britannic Bold" panose="020B0903060703020204" pitchFamily="34" charset="0"/>
              </a:rPr>
              <a:t> &amp;objective :-</a:t>
            </a:r>
            <a:br>
              <a:rPr lang="en-GB" dirty="0">
                <a:latin typeface="Britannic Bold" panose="020B0903060703020204" pitchFamily="34" charset="0"/>
              </a:rPr>
            </a:br>
            <a:br>
              <a:rPr lang="en-GB" dirty="0">
                <a:latin typeface="Britannic Bold" panose="020B0903060703020204" pitchFamily="34" charset="0"/>
              </a:rPr>
            </a:br>
            <a:endParaRPr lang="en-IN" dirty="0">
              <a:latin typeface="Britannic Bold" panose="020B0903060703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BB01FB8-B2CD-3075-17EC-4FDC1F0B2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1407560"/>
            <a:ext cx="9040280" cy="1315092"/>
          </a:xfrm>
        </p:spPr>
        <p:txBody>
          <a:bodyPr>
            <a:normAutofit fontScale="92500"/>
          </a:bodyPr>
          <a:lstStyle/>
          <a:p>
            <a:r>
              <a:rPr lang="en-GB" b="1" dirty="0"/>
              <a:t>Problem Statement :-</a:t>
            </a:r>
          </a:p>
          <a:p>
            <a:r>
              <a:rPr lang="en-GB" sz="2000" cap="none" dirty="0" err="1">
                <a:latin typeface="Bodoni MT Black" panose="02070A03080606020203" pitchFamily="18" charset="0"/>
              </a:rPr>
              <a:t>ipl</a:t>
            </a:r>
            <a:r>
              <a:rPr lang="en-GB" sz="2000" cap="none" dirty="0">
                <a:latin typeface="Bodoni MT Black" panose="02070A03080606020203" pitchFamily="18" charset="0"/>
              </a:rPr>
              <a:t> generates a large amount of match and player data every season. it is difficult to identify team performance trends, player effectiveness, venue impact, and match-winning factors without proper analysis.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BB1A0-DC3C-BE45-B838-088A4C7FEF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GB" sz="2300" b="1" dirty="0"/>
              <a:t>Objective:-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 err="1"/>
              <a:t>Analyze</a:t>
            </a:r>
            <a:r>
              <a:rPr lang="en-GB" sz="2300" dirty="0"/>
              <a:t> IPL match and player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Identify top-performing teams and players.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Study the impact of toss decisions.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Evaluate venue-wise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Generate insights for better decision-making.</a:t>
            </a:r>
          </a:p>
          <a:p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A0EACFB-A8DC-8975-95D4-BFFE884F0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04234" y="3073397"/>
            <a:ext cx="4143176" cy="2717801"/>
          </a:xfrm>
        </p:spPr>
        <p:txBody>
          <a:bodyPr>
            <a:normAutofit fontScale="77500" lnSpcReduction="20000"/>
          </a:bodyPr>
          <a:lstStyle/>
          <a:p>
            <a:r>
              <a:rPr lang="en-GB" sz="2100" b="1" dirty="0"/>
              <a:t>Key Focus Areas:-</a:t>
            </a:r>
          </a:p>
          <a:p>
            <a:r>
              <a:rPr lang="en-GB" sz="2100" dirty="0"/>
              <a:t>Team Performance Analysis </a:t>
            </a:r>
          </a:p>
          <a:p>
            <a:r>
              <a:rPr lang="en-GB" sz="2100" dirty="0"/>
              <a:t>Player Performance Analysis </a:t>
            </a:r>
          </a:p>
          <a:p>
            <a:r>
              <a:rPr lang="en-GB" sz="2100" dirty="0"/>
              <a:t>Toss Impact Analysis </a:t>
            </a:r>
          </a:p>
          <a:p>
            <a:r>
              <a:rPr lang="en-GB" sz="2100" dirty="0"/>
              <a:t>Venue Analysis </a:t>
            </a:r>
          </a:p>
          <a:p>
            <a:r>
              <a:rPr lang="en-GB" sz="2100" dirty="0"/>
              <a:t>Season-wise Trends </a:t>
            </a:r>
          </a:p>
          <a:p>
            <a:r>
              <a:rPr lang="en-GB" sz="2100" dirty="0"/>
              <a:t>Match Result Patterns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1971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97565-B1F1-B7EE-6EEB-F610C2A44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073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A939-3E33-27E3-05AA-F1014FEC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99" y="946616"/>
            <a:ext cx="9906000" cy="2269196"/>
          </a:xfrm>
        </p:spPr>
        <p:txBody>
          <a:bodyPr>
            <a:normAutofit/>
          </a:bodyPr>
          <a:lstStyle/>
          <a:p>
            <a:r>
              <a:rPr lang="en-GB" sz="3200" cap="none" dirty="0"/>
              <a:t>1.  </a:t>
            </a:r>
            <a:r>
              <a:rPr lang="en-GB" sz="3200" cap="none" dirty="0" err="1"/>
              <a:t>PTotal</a:t>
            </a:r>
            <a:r>
              <a:rPr lang="en-GB" sz="3200" cap="none" dirty="0"/>
              <a:t> matches played</a:t>
            </a:r>
            <a:br>
              <a:rPr lang="en-GB" sz="3200" cap="none" dirty="0"/>
            </a:br>
            <a:r>
              <a:rPr lang="en-GB" sz="3200" cap="none" dirty="0"/>
              <a:t>SELECT COUNT(*) AS </a:t>
            </a:r>
            <a:r>
              <a:rPr lang="en-GB" sz="3200" cap="none" dirty="0" err="1"/>
              <a:t>total_matchesFROM</a:t>
            </a:r>
            <a:r>
              <a:rPr lang="en-GB" sz="3200" cap="none" dirty="0"/>
              <a:t> matches;</a:t>
            </a:r>
            <a:br>
              <a:rPr lang="en-GB" sz="3200" cap="none" dirty="0"/>
            </a:br>
            <a:br>
              <a:rPr lang="en-GB" sz="3200" dirty="0"/>
            </a:b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AB567-888F-C122-17F3-900E47730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3529942"/>
            <a:ext cx="9906000" cy="1374776"/>
          </a:xfrm>
        </p:spPr>
        <p:txBody>
          <a:bodyPr>
            <a:noAutofit/>
          </a:bodyPr>
          <a:lstStyle/>
          <a:p>
            <a:r>
              <a:rPr lang="en-IN" sz="2400" dirty="0"/>
              <a:t> 2. Match winners with venue</a:t>
            </a:r>
          </a:p>
          <a:p>
            <a:r>
              <a:rPr lang="en-IN" sz="2400" dirty="0"/>
              <a:t>SELECT </a:t>
            </a:r>
            <a:r>
              <a:rPr lang="en-IN" sz="2400" dirty="0" err="1"/>
              <a:t>m.match_id,t.team_name</a:t>
            </a:r>
            <a:r>
              <a:rPr lang="en-IN" sz="2400" dirty="0"/>
              <a:t> AS </a:t>
            </a:r>
            <a:r>
              <a:rPr lang="en-IN" sz="2400" dirty="0" err="1"/>
              <a:t>winner,v.venue_nameFROM</a:t>
            </a:r>
            <a:r>
              <a:rPr lang="en-IN" sz="2400" dirty="0"/>
              <a:t> matches </a:t>
            </a:r>
            <a:r>
              <a:rPr lang="en-IN" sz="2400" dirty="0" err="1"/>
              <a:t>mJOIN</a:t>
            </a:r>
            <a:r>
              <a:rPr lang="en-IN" sz="2400" dirty="0"/>
              <a:t> teams </a:t>
            </a:r>
            <a:r>
              <a:rPr lang="en-IN" sz="2400" dirty="0" err="1"/>
              <a:t>tON</a:t>
            </a:r>
            <a:r>
              <a:rPr lang="en-IN" sz="2400" dirty="0"/>
              <a:t> </a:t>
            </a:r>
            <a:r>
              <a:rPr lang="en-IN" sz="2400" dirty="0" err="1"/>
              <a:t>m.winner_team_id</a:t>
            </a:r>
            <a:r>
              <a:rPr lang="en-IN" sz="2400" dirty="0"/>
              <a:t> = </a:t>
            </a:r>
            <a:r>
              <a:rPr lang="en-IN" sz="2400" dirty="0" err="1"/>
              <a:t>t.team_idJOIN</a:t>
            </a:r>
            <a:r>
              <a:rPr lang="en-IN" sz="2400" dirty="0"/>
              <a:t> venues </a:t>
            </a:r>
            <a:r>
              <a:rPr lang="en-IN" sz="2400" dirty="0" err="1"/>
              <a:t>vON</a:t>
            </a:r>
            <a:r>
              <a:rPr lang="en-IN" sz="2400" dirty="0"/>
              <a:t> </a:t>
            </a:r>
            <a:r>
              <a:rPr lang="en-IN" sz="2400" dirty="0" err="1"/>
              <a:t>m.venue_id</a:t>
            </a:r>
            <a:r>
              <a:rPr lang="en-IN" sz="2400" dirty="0"/>
              <a:t> = </a:t>
            </a:r>
            <a:r>
              <a:rPr lang="en-IN" sz="2400" dirty="0" err="1"/>
              <a:t>v.venue_id</a:t>
            </a:r>
            <a:r>
              <a:rPr lang="en-IN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23820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C438-5210-5A1A-253F-FED4ABE46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88369"/>
            <a:ext cx="9905955" cy="2229492"/>
          </a:xfrm>
        </p:spPr>
        <p:txBody>
          <a:bodyPr>
            <a:normAutofit fontScale="90000"/>
          </a:bodyPr>
          <a:lstStyle/>
          <a:p>
            <a:r>
              <a:rPr lang="en-GB" cap="none" dirty="0"/>
              <a:t> </a:t>
            </a:r>
            <a:r>
              <a:rPr lang="en-GB" sz="2800" cap="none" dirty="0"/>
              <a:t>(aggregate function queries) </a:t>
            </a:r>
            <a:br>
              <a:rPr lang="en-GB" sz="2800" cap="none" dirty="0"/>
            </a:br>
            <a:br>
              <a:rPr lang="en-GB" sz="2800" cap="none" dirty="0"/>
            </a:br>
            <a:r>
              <a:rPr lang="en-GB" sz="2800" cap="none" dirty="0"/>
              <a:t>    3. total matches played</a:t>
            </a:r>
            <a:br>
              <a:rPr lang="en-GB" sz="2800" cap="none" dirty="0"/>
            </a:br>
            <a:br>
              <a:rPr lang="en-GB" sz="2800" cap="none" dirty="0"/>
            </a:br>
            <a:r>
              <a:rPr lang="en-GB" sz="2800" cap="none" dirty="0"/>
              <a:t>SELECT COUNT(*) AS </a:t>
            </a:r>
            <a:r>
              <a:rPr lang="en-GB" sz="2800" cap="none" dirty="0" err="1"/>
              <a:t>total_matchesFROM</a:t>
            </a:r>
            <a:r>
              <a:rPr lang="en-GB" sz="2800" cap="none" dirty="0"/>
              <a:t> matches;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7C9BE-7DDB-B969-5811-0E57E1C33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2917861"/>
            <a:ext cx="9904459" cy="2873337"/>
          </a:xfrm>
        </p:spPr>
        <p:txBody>
          <a:bodyPr>
            <a:normAutofit/>
          </a:bodyPr>
          <a:lstStyle/>
          <a:p>
            <a:r>
              <a:rPr lang="en-GB" sz="2800" dirty="0"/>
              <a:t>4. total runs scored by each player </a:t>
            </a:r>
          </a:p>
          <a:p>
            <a:r>
              <a:rPr lang="en-GB" sz="2800" dirty="0"/>
              <a:t>select </a:t>
            </a:r>
            <a:r>
              <a:rPr lang="en-GB" sz="2800" dirty="0" err="1"/>
              <a:t>p.player_name,sum</a:t>
            </a:r>
            <a:r>
              <a:rPr lang="en-GB" sz="2800" dirty="0"/>
              <a:t>(</a:t>
            </a:r>
            <a:r>
              <a:rPr lang="en-GB" sz="2800" dirty="0" err="1"/>
              <a:t>ps.runs</a:t>
            </a:r>
            <a:r>
              <a:rPr lang="en-GB" sz="2800" dirty="0"/>
              <a:t>) as </a:t>
            </a:r>
            <a:r>
              <a:rPr lang="en-GB" sz="2800" dirty="0" err="1"/>
              <a:t>total_runsfrom</a:t>
            </a:r>
            <a:r>
              <a:rPr lang="en-GB" sz="2800" dirty="0"/>
              <a:t> </a:t>
            </a:r>
            <a:r>
              <a:rPr lang="en-GB" sz="2800" dirty="0" err="1"/>
              <a:t>player_stats</a:t>
            </a:r>
            <a:r>
              <a:rPr lang="en-GB" sz="2800" dirty="0"/>
              <a:t> </a:t>
            </a:r>
            <a:r>
              <a:rPr lang="en-GB" sz="2800" dirty="0" err="1"/>
              <a:t>psjoin</a:t>
            </a:r>
            <a:r>
              <a:rPr lang="en-GB" sz="2800" dirty="0"/>
              <a:t> players </a:t>
            </a:r>
            <a:r>
              <a:rPr lang="en-GB" sz="2800" dirty="0" err="1"/>
              <a:t>pon</a:t>
            </a:r>
            <a:r>
              <a:rPr lang="en-GB" sz="2800" dirty="0"/>
              <a:t> </a:t>
            </a:r>
            <a:r>
              <a:rPr lang="en-GB" sz="2800" dirty="0" err="1"/>
              <a:t>ps.player_id</a:t>
            </a:r>
            <a:r>
              <a:rPr lang="en-GB" sz="2800" dirty="0"/>
              <a:t> = </a:t>
            </a:r>
            <a:r>
              <a:rPr lang="en-GB" sz="2800" dirty="0" err="1"/>
              <a:t>p.player_idgroup</a:t>
            </a:r>
            <a:r>
              <a:rPr lang="en-GB" sz="2800" dirty="0"/>
              <a:t> by </a:t>
            </a:r>
            <a:r>
              <a:rPr lang="en-GB" sz="2800" dirty="0" err="1"/>
              <a:t>p.player_nameorder</a:t>
            </a:r>
            <a:r>
              <a:rPr lang="en-GB" sz="2800" dirty="0"/>
              <a:t> by </a:t>
            </a:r>
            <a:r>
              <a:rPr lang="en-GB" sz="2800" dirty="0" err="1"/>
              <a:t>total_runs</a:t>
            </a:r>
            <a:r>
              <a:rPr lang="en-GB" sz="2800" dirty="0"/>
              <a:t> </a:t>
            </a:r>
            <a:r>
              <a:rPr lang="en-GB" sz="2800" dirty="0" err="1"/>
              <a:t>desc</a:t>
            </a:r>
            <a:r>
              <a:rPr lang="en-GB" sz="2800" dirty="0"/>
              <a:t>;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90805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C411-2085-F3A4-F39E-01D24C729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2819400"/>
          </a:xfrm>
        </p:spPr>
        <p:txBody>
          <a:bodyPr>
            <a:normAutofit/>
          </a:bodyPr>
          <a:lstStyle/>
          <a:p>
            <a:r>
              <a:rPr lang="en-GB" sz="2800" cap="none" dirty="0"/>
              <a:t>5.Total wickets by each player </a:t>
            </a:r>
            <a:br>
              <a:rPr lang="en-GB" sz="2800" cap="none" dirty="0"/>
            </a:br>
            <a:br>
              <a:rPr lang="en-GB" sz="2800" cap="none" dirty="0"/>
            </a:br>
            <a:r>
              <a:rPr lang="en-GB" sz="2800" cap="none" dirty="0"/>
              <a:t>select </a:t>
            </a:r>
            <a:r>
              <a:rPr lang="en-GB" sz="2800" cap="none" dirty="0" err="1"/>
              <a:t>p.player_name,sum</a:t>
            </a:r>
            <a:r>
              <a:rPr lang="en-GB" sz="2800" cap="none" dirty="0"/>
              <a:t>(</a:t>
            </a:r>
            <a:r>
              <a:rPr lang="en-GB" sz="2800" cap="none" dirty="0" err="1"/>
              <a:t>ps.wickets</a:t>
            </a:r>
            <a:r>
              <a:rPr lang="en-GB" sz="2800" cap="none" dirty="0"/>
              <a:t>) as </a:t>
            </a:r>
            <a:r>
              <a:rPr lang="en-GB" sz="2800" cap="none" dirty="0" err="1"/>
              <a:t>total_wicketsfrom</a:t>
            </a:r>
            <a:r>
              <a:rPr lang="en-GB" sz="2800" cap="none" dirty="0"/>
              <a:t> </a:t>
            </a:r>
            <a:r>
              <a:rPr lang="en-GB" sz="2800" cap="none" dirty="0" err="1"/>
              <a:t>player_stats</a:t>
            </a:r>
            <a:r>
              <a:rPr lang="en-GB" sz="2800" cap="none" dirty="0"/>
              <a:t> </a:t>
            </a:r>
            <a:r>
              <a:rPr lang="en-GB" sz="2800" cap="none" dirty="0" err="1"/>
              <a:t>psjoin</a:t>
            </a:r>
            <a:r>
              <a:rPr lang="en-GB" sz="2800" cap="none" dirty="0"/>
              <a:t> players </a:t>
            </a:r>
            <a:r>
              <a:rPr lang="en-GB" sz="2800" cap="none" dirty="0" err="1"/>
              <a:t>pon</a:t>
            </a:r>
            <a:r>
              <a:rPr lang="en-GB" sz="2800" cap="none" dirty="0"/>
              <a:t> </a:t>
            </a:r>
            <a:r>
              <a:rPr lang="en-GB" sz="2800" cap="none" dirty="0" err="1"/>
              <a:t>ps.player_id</a:t>
            </a:r>
            <a:r>
              <a:rPr lang="en-GB" sz="2800" cap="none" dirty="0"/>
              <a:t> = </a:t>
            </a:r>
            <a:r>
              <a:rPr lang="en-GB" sz="2800" cap="none" dirty="0" err="1"/>
              <a:t>p.player_idgroup</a:t>
            </a:r>
            <a:r>
              <a:rPr lang="en-GB" sz="2800" cap="none" dirty="0"/>
              <a:t> by </a:t>
            </a:r>
            <a:r>
              <a:rPr lang="en-GB" sz="2800" cap="none" dirty="0" err="1"/>
              <a:t>p.player_nameorder</a:t>
            </a:r>
            <a:r>
              <a:rPr lang="en-GB" sz="2800" cap="none" dirty="0"/>
              <a:t> by </a:t>
            </a:r>
            <a:r>
              <a:rPr lang="en-GB" sz="2800" cap="none" dirty="0" err="1"/>
              <a:t>total_wickets</a:t>
            </a:r>
            <a:r>
              <a:rPr lang="en-GB" sz="2800" cap="none" dirty="0"/>
              <a:t> </a:t>
            </a:r>
            <a:r>
              <a:rPr lang="en-GB" sz="2800" cap="none" dirty="0" err="1"/>
              <a:t>desc</a:t>
            </a:r>
            <a:r>
              <a:rPr lang="en-GB" sz="2800" cap="none" dirty="0"/>
              <a:t>;</a:t>
            </a:r>
            <a:endParaRPr lang="en-IN" sz="2800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EB083-55B5-887E-0BB5-EBB04E79F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3863083"/>
            <a:ext cx="9904459" cy="1928115"/>
          </a:xfrm>
        </p:spPr>
        <p:txBody>
          <a:bodyPr>
            <a:noAutofit/>
          </a:bodyPr>
          <a:lstStyle/>
          <a:p>
            <a:r>
              <a:rPr lang="en-IN" sz="2800" dirty="0"/>
              <a:t>(Top Performance Queries)</a:t>
            </a:r>
          </a:p>
          <a:p>
            <a:r>
              <a:rPr lang="en-IN" sz="2800" dirty="0"/>
              <a:t>6. </a:t>
            </a:r>
            <a:r>
              <a:rPr lang="en-IN" sz="2800" dirty="0" err="1"/>
              <a:t>ighest</a:t>
            </a:r>
            <a:r>
              <a:rPr lang="en-IN" sz="2800" dirty="0"/>
              <a:t> run </a:t>
            </a:r>
            <a:r>
              <a:rPr lang="en-IN" sz="2800" dirty="0" err="1"/>
              <a:t>scorerSELECT</a:t>
            </a:r>
            <a:endParaRPr lang="en-IN" sz="2800" dirty="0"/>
          </a:p>
          <a:p>
            <a:r>
              <a:rPr lang="en-IN" sz="2800" dirty="0"/>
              <a:t> </a:t>
            </a:r>
            <a:r>
              <a:rPr lang="en-IN" sz="2800" dirty="0" err="1"/>
              <a:t>p.player_name,SUM</a:t>
            </a:r>
            <a:r>
              <a:rPr lang="en-IN" sz="2800" dirty="0"/>
              <a:t>(</a:t>
            </a:r>
            <a:r>
              <a:rPr lang="en-IN" sz="2800" dirty="0" err="1"/>
              <a:t>ps.runs</a:t>
            </a:r>
            <a:r>
              <a:rPr lang="en-IN" sz="2800" dirty="0"/>
              <a:t>) AS </a:t>
            </a:r>
            <a:r>
              <a:rPr lang="en-IN" sz="2800" dirty="0" err="1"/>
              <a:t>total_runsFROM</a:t>
            </a:r>
            <a:r>
              <a:rPr lang="en-IN" sz="2800" dirty="0"/>
              <a:t> </a:t>
            </a:r>
            <a:r>
              <a:rPr lang="en-IN" sz="2800" dirty="0" err="1"/>
              <a:t>player_stats</a:t>
            </a:r>
            <a:r>
              <a:rPr lang="en-IN" sz="2800" dirty="0"/>
              <a:t> </a:t>
            </a:r>
            <a:r>
              <a:rPr lang="en-IN" sz="2800" dirty="0" err="1"/>
              <a:t>psJOIN</a:t>
            </a:r>
            <a:r>
              <a:rPr lang="en-IN" sz="2800" dirty="0"/>
              <a:t> players </a:t>
            </a:r>
            <a:r>
              <a:rPr lang="en-IN" sz="2800" dirty="0" err="1"/>
              <a:t>pON</a:t>
            </a:r>
            <a:r>
              <a:rPr lang="en-IN" sz="2800" dirty="0"/>
              <a:t> </a:t>
            </a:r>
            <a:r>
              <a:rPr lang="en-IN" sz="2800" dirty="0" err="1"/>
              <a:t>ps.player_id</a:t>
            </a:r>
            <a:r>
              <a:rPr lang="en-IN" sz="2800" dirty="0"/>
              <a:t> = </a:t>
            </a:r>
            <a:r>
              <a:rPr lang="en-IN" sz="2800" dirty="0" err="1"/>
              <a:t>p.player_idGROUP</a:t>
            </a:r>
            <a:r>
              <a:rPr lang="en-IN" sz="2800" dirty="0"/>
              <a:t> BY </a:t>
            </a:r>
            <a:r>
              <a:rPr lang="en-IN" sz="2800" dirty="0" err="1"/>
              <a:t>p.player_nameORDER</a:t>
            </a:r>
            <a:r>
              <a:rPr lang="en-IN" sz="2800" dirty="0"/>
              <a:t> BY </a:t>
            </a:r>
            <a:r>
              <a:rPr lang="en-IN" sz="2800" dirty="0" err="1"/>
              <a:t>total_runs</a:t>
            </a:r>
            <a:r>
              <a:rPr lang="en-IN" sz="2800" dirty="0"/>
              <a:t> DESC</a:t>
            </a:r>
          </a:p>
        </p:txBody>
      </p:sp>
    </p:spTree>
    <p:extLst>
      <p:ext uri="{BB962C8B-B14F-4D97-AF65-F5344CB8AC3E}">
        <p14:creationId xmlns:p14="http://schemas.microsoft.com/office/powerpoint/2010/main" val="2238961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9CBBF-C243-34EE-C961-1DB4F989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08" y="369870"/>
            <a:ext cx="9905955" cy="2068531"/>
          </a:xfrm>
        </p:spPr>
        <p:txBody>
          <a:bodyPr>
            <a:normAutofit/>
          </a:bodyPr>
          <a:lstStyle/>
          <a:p>
            <a:r>
              <a:rPr lang="en-IN" sz="2800" cap="none" dirty="0"/>
              <a:t>7.highest wicket taker </a:t>
            </a:r>
            <a:br>
              <a:rPr lang="en-IN" sz="2800" cap="none" dirty="0"/>
            </a:br>
            <a:br>
              <a:rPr lang="en-IN" sz="2800" cap="none" dirty="0"/>
            </a:br>
            <a:r>
              <a:rPr lang="en-IN" sz="2800" cap="none" dirty="0"/>
              <a:t>select </a:t>
            </a:r>
            <a:r>
              <a:rPr lang="en-IN" sz="2800" cap="none" dirty="0" err="1"/>
              <a:t>p.player_name,sum</a:t>
            </a:r>
            <a:r>
              <a:rPr lang="en-IN" sz="2800" cap="none" dirty="0"/>
              <a:t>(</a:t>
            </a:r>
            <a:r>
              <a:rPr lang="en-IN" sz="2800" cap="none" dirty="0" err="1"/>
              <a:t>ps.wickets</a:t>
            </a:r>
            <a:r>
              <a:rPr lang="en-IN" sz="2800" cap="none" dirty="0"/>
              <a:t>) as </a:t>
            </a:r>
            <a:r>
              <a:rPr lang="en-IN" sz="2800" cap="none" dirty="0" err="1"/>
              <a:t>total_wicketsfrom</a:t>
            </a:r>
            <a:r>
              <a:rPr lang="en-IN" sz="2800" cap="none" dirty="0"/>
              <a:t> </a:t>
            </a:r>
            <a:r>
              <a:rPr lang="en-IN" sz="2800" cap="none" dirty="0" err="1"/>
              <a:t>player_stats</a:t>
            </a:r>
            <a:r>
              <a:rPr lang="en-IN" sz="2800" cap="none" dirty="0"/>
              <a:t> </a:t>
            </a:r>
            <a:r>
              <a:rPr lang="en-IN" sz="2800" cap="none" dirty="0" err="1"/>
              <a:t>psjoin</a:t>
            </a:r>
            <a:r>
              <a:rPr lang="en-IN" sz="2800" cap="none" dirty="0"/>
              <a:t> players </a:t>
            </a:r>
            <a:r>
              <a:rPr lang="en-IN" sz="2800" cap="none" dirty="0" err="1"/>
              <a:t>pon</a:t>
            </a:r>
            <a:r>
              <a:rPr lang="en-IN" sz="2800" cap="none" dirty="0"/>
              <a:t> </a:t>
            </a:r>
            <a:r>
              <a:rPr lang="en-IN" sz="2800" cap="none" dirty="0" err="1"/>
              <a:t>ps.player_id</a:t>
            </a:r>
            <a:r>
              <a:rPr lang="en-IN" sz="2800" cap="none" dirty="0"/>
              <a:t> = </a:t>
            </a:r>
            <a:r>
              <a:rPr lang="en-IN" sz="2800" cap="none" dirty="0" err="1"/>
              <a:t>p.player_idgroup</a:t>
            </a:r>
            <a:r>
              <a:rPr lang="en-IN" sz="2800" cap="none" dirty="0"/>
              <a:t> by </a:t>
            </a:r>
            <a:r>
              <a:rPr lang="en-IN" sz="2800" cap="none" dirty="0" err="1"/>
              <a:t>p.player_nameorder</a:t>
            </a:r>
            <a:r>
              <a:rPr lang="en-IN" sz="2800" cap="none" dirty="0"/>
              <a:t> by </a:t>
            </a:r>
            <a:r>
              <a:rPr lang="en-IN" sz="2800" cap="none" dirty="0" err="1"/>
              <a:t>total_wickets</a:t>
            </a:r>
            <a:r>
              <a:rPr lang="en-IN" sz="2800" cap="none" dirty="0"/>
              <a:t> </a:t>
            </a:r>
            <a:r>
              <a:rPr lang="en-IN" sz="2800" cap="none" dirty="0" err="1"/>
              <a:t>desclimit</a:t>
            </a:r>
            <a:r>
              <a:rPr lang="en-IN" sz="2800" cap="none" dirty="0"/>
              <a:t> 1;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76BD4-CEC5-27FB-B1A1-95D5FD265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3174715"/>
            <a:ext cx="9904459" cy="2616483"/>
          </a:xfrm>
        </p:spPr>
        <p:txBody>
          <a:bodyPr>
            <a:noAutofit/>
          </a:bodyPr>
          <a:lstStyle/>
          <a:p>
            <a:r>
              <a:rPr lang="en-IN" sz="2800" dirty="0"/>
              <a:t>8. top 3 batsmen</a:t>
            </a:r>
          </a:p>
          <a:p>
            <a:r>
              <a:rPr lang="en-IN" sz="2800" dirty="0"/>
              <a:t>select </a:t>
            </a:r>
            <a:r>
              <a:rPr lang="en-IN" sz="2800" dirty="0" err="1"/>
              <a:t>p.player_name,sum</a:t>
            </a:r>
            <a:r>
              <a:rPr lang="en-IN" sz="2800" dirty="0"/>
              <a:t>(</a:t>
            </a:r>
            <a:r>
              <a:rPr lang="en-IN" sz="2800" dirty="0" err="1"/>
              <a:t>ps.runs</a:t>
            </a:r>
            <a:r>
              <a:rPr lang="en-IN" sz="2800" dirty="0"/>
              <a:t>) as </a:t>
            </a:r>
            <a:r>
              <a:rPr lang="en-IN" sz="2800" dirty="0" err="1"/>
              <a:t>total_runsfrom</a:t>
            </a:r>
            <a:r>
              <a:rPr lang="en-IN" sz="2800" dirty="0"/>
              <a:t> </a:t>
            </a:r>
            <a:r>
              <a:rPr lang="en-IN" sz="2800" dirty="0" err="1"/>
              <a:t>player_stats</a:t>
            </a:r>
            <a:r>
              <a:rPr lang="en-IN" sz="2800" dirty="0"/>
              <a:t> </a:t>
            </a:r>
            <a:r>
              <a:rPr lang="en-IN" sz="2800" dirty="0" err="1"/>
              <a:t>psjoin</a:t>
            </a:r>
            <a:r>
              <a:rPr lang="en-IN" sz="2800" dirty="0"/>
              <a:t> players </a:t>
            </a:r>
            <a:r>
              <a:rPr lang="en-IN" sz="2800" dirty="0" err="1"/>
              <a:t>pon</a:t>
            </a:r>
            <a:r>
              <a:rPr lang="en-IN" sz="2800" dirty="0"/>
              <a:t> </a:t>
            </a:r>
            <a:r>
              <a:rPr lang="en-IN" sz="2800" dirty="0" err="1"/>
              <a:t>ps.player_id</a:t>
            </a:r>
            <a:r>
              <a:rPr lang="en-IN" sz="2800" dirty="0"/>
              <a:t> = </a:t>
            </a:r>
            <a:r>
              <a:rPr lang="en-IN" sz="2800" dirty="0" err="1"/>
              <a:t>p.player_idgroup</a:t>
            </a:r>
            <a:r>
              <a:rPr lang="en-IN" sz="2800" dirty="0"/>
              <a:t> by </a:t>
            </a:r>
            <a:r>
              <a:rPr lang="en-IN" sz="2800" dirty="0" err="1"/>
              <a:t>p.player_nameorder</a:t>
            </a:r>
            <a:r>
              <a:rPr lang="en-IN" sz="2800" dirty="0"/>
              <a:t> by </a:t>
            </a:r>
            <a:r>
              <a:rPr lang="en-IN" sz="2800" dirty="0" err="1"/>
              <a:t>total_runs</a:t>
            </a:r>
            <a:r>
              <a:rPr lang="en-IN" sz="2800" dirty="0"/>
              <a:t> </a:t>
            </a:r>
            <a:r>
              <a:rPr lang="en-IN" sz="2800" dirty="0" err="1"/>
              <a:t>desclimit</a:t>
            </a:r>
            <a:r>
              <a:rPr lang="en-IN" sz="2800" dirty="0"/>
              <a:t> 3;</a:t>
            </a:r>
          </a:p>
        </p:txBody>
      </p:sp>
    </p:spTree>
    <p:extLst>
      <p:ext uri="{BB962C8B-B14F-4D97-AF65-F5344CB8AC3E}">
        <p14:creationId xmlns:p14="http://schemas.microsoft.com/office/powerpoint/2010/main" val="555465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370</TotalTime>
  <Words>478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Bodoni MT Black</vt:lpstr>
      <vt:lpstr>Britannic Bold</vt:lpstr>
      <vt:lpstr>Tw Cen MT</vt:lpstr>
      <vt:lpstr>Circuit</vt:lpstr>
      <vt:lpstr>PowerPoint Presentation</vt:lpstr>
      <vt:lpstr>Introuduction &amp;objective :-  </vt:lpstr>
      <vt:lpstr>PowerPoint Presentation</vt:lpstr>
      <vt:lpstr>1.  PTotal matches played SELECT COUNT(*) AS total_matchesFROM matches;  </vt:lpstr>
      <vt:lpstr> (aggregate function queries)       3. total matches played  SELECT COUNT(*) AS total_matchesFROM matches;  </vt:lpstr>
      <vt:lpstr>5.Total wickets by each player   select p.player_name,sum(ps.wickets) as total_wicketsfrom player_stats psjoin players pon ps.player_id = p.player_idgroup by p.player_nameorder by total_wickets desc;</vt:lpstr>
      <vt:lpstr>7.highest wicket taker   select p.player_name,sum(ps.wickets) as total_wicketsfrom player_stats psjoin players pon ps.player_id = p.player_idgroup by p.player_nameorder by total_wickets desclimit 1;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7</cp:revision>
  <dcterms:created xsi:type="dcterms:W3CDTF">2026-05-31T13:45:01Z</dcterms:created>
  <dcterms:modified xsi:type="dcterms:W3CDTF">2026-06-08T07:52:31Z</dcterms:modified>
</cp:coreProperties>
</file>